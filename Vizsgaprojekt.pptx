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474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1313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5234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4588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615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718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1156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48935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199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845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01257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03396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900111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964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0570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08923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83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F294C-B54C-493D-B5A1-220A4FAED1E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801D-B8FF-477C-B13E-F705D7002C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9545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C0713BA-9170-49CD-B0C4-2766DAA93F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Bid</a:t>
            </a:r>
            <a:r>
              <a:rPr lang="hu-HU" dirty="0"/>
              <a:t> and </a:t>
            </a:r>
            <a:r>
              <a:rPr lang="hu-HU" dirty="0" err="1"/>
              <a:t>Lock</a:t>
            </a:r>
            <a:br>
              <a:rPr lang="hu-HU" dirty="0"/>
            </a:br>
            <a:r>
              <a:rPr lang="hu-HU" dirty="0"/>
              <a:t>bemutató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000CA94-2C9E-4980-9926-DDF965A2FD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Fodor Dominik Tamás, Lantos Péter, Rabóczki Gergő</a:t>
            </a:r>
          </a:p>
        </p:txBody>
      </p:sp>
    </p:spTree>
    <p:extLst>
      <p:ext uri="{BB962C8B-B14F-4D97-AF65-F5344CB8AC3E}">
        <p14:creationId xmlns:p14="http://schemas.microsoft.com/office/powerpoint/2010/main" val="2980363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1F9172-E758-4237-9CFC-14173BFDC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feladatelosztás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FE4A98E-C9FD-4502-9296-5717322D1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Fodor Dominik: kontroller megírása</a:t>
            </a:r>
          </a:p>
          <a:p>
            <a:r>
              <a:rPr lang="hu-HU" dirty="0"/>
              <a:t>Lantos Péter: backend és adatbázis megírása</a:t>
            </a:r>
          </a:p>
          <a:p>
            <a:r>
              <a:rPr lang="hu-HU" dirty="0"/>
              <a:t>Rabóczki Gergő: Frontend megírása </a:t>
            </a:r>
          </a:p>
        </p:txBody>
      </p:sp>
    </p:spTree>
    <p:extLst>
      <p:ext uri="{BB962C8B-B14F-4D97-AF65-F5344CB8AC3E}">
        <p14:creationId xmlns:p14="http://schemas.microsoft.com/office/powerpoint/2010/main" val="2341721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E1464B-AE8F-48AC-A43F-5774A4A4A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leírása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B11211-204D-4659-AF80-48329A647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program célja egy olyan webalapú alkalmazás, amely egy vállalat számára lehetővé teszi a raktárhelyiségek nyilvántartását és kezelését</a:t>
            </a:r>
          </a:p>
        </p:txBody>
      </p:sp>
    </p:spTree>
    <p:extLst>
      <p:ext uri="{BB962C8B-B14F-4D97-AF65-F5344CB8AC3E}">
        <p14:creationId xmlns:p14="http://schemas.microsoft.com/office/powerpoint/2010/main" val="2783009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78744C-C4D5-4FA6-A351-8784735C0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Felhasznált szoftverek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810C966-205A-4032-AC19-F2046DF6E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Visual </a:t>
            </a:r>
            <a:r>
              <a:rPr lang="hu-HU" dirty="0" err="1"/>
              <a:t>studio</a:t>
            </a:r>
            <a:r>
              <a:rPr lang="hu-HU" dirty="0"/>
              <a:t> </a:t>
            </a:r>
            <a:r>
              <a:rPr lang="hu-HU" dirty="0" err="1"/>
              <a:t>code</a:t>
            </a:r>
            <a:endParaRPr lang="hu-HU" dirty="0"/>
          </a:p>
          <a:p>
            <a:r>
              <a:rPr lang="hu-HU" dirty="0" err="1"/>
              <a:t>Xampp</a:t>
            </a:r>
            <a:endParaRPr lang="hu-HU" dirty="0"/>
          </a:p>
          <a:p>
            <a:r>
              <a:rPr lang="hu-HU" dirty="0" err="1"/>
              <a:t>phpmyadmin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59905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C8AFA9-2ED1-415C-9DEF-0EDBCF46D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Felhasznált modulok és keretrendszerek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B600A90-7E62-4A93-B347-CE3C62985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Backend: </a:t>
            </a:r>
            <a:r>
              <a:rPr lang="hu-HU" dirty="0" err="1"/>
              <a:t>nodejs</a:t>
            </a:r>
            <a:r>
              <a:rPr lang="hu-HU" dirty="0"/>
              <a:t>, </a:t>
            </a:r>
            <a:r>
              <a:rPr lang="hu-HU" dirty="0" err="1"/>
              <a:t>express</a:t>
            </a:r>
            <a:endParaRPr lang="hu-HU" dirty="0"/>
          </a:p>
          <a:p>
            <a:r>
              <a:rPr lang="hu-HU" dirty="0"/>
              <a:t>Frontend: </a:t>
            </a:r>
            <a:r>
              <a:rPr lang="hu-HU" dirty="0" err="1"/>
              <a:t>react</a:t>
            </a: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818341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TM04033921[[fn=Damaszt]]</Template>
  <TotalTime>34</TotalTime>
  <Words>72</Words>
  <Application>Microsoft Office PowerPoint</Application>
  <PresentationFormat>Szélesvásznú</PresentationFormat>
  <Paragraphs>15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Arial</vt:lpstr>
      <vt:lpstr>Bookman Old Style</vt:lpstr>
      <vt:lpstr>Rockwell</vt:lpstr>
      <vt:lpstr>Damask</vt:lpstr>
      <vt:lpstr>Bid and Lock bemutató</vt:lpstr>
      <vt:lpstr>feladatelosztás</vt:lpstr>
      <vt:lpstr>Projekt leírása</vt:lpstr>
      <vt:lpstr>Felhasznált szoftverek</vt:lpstr>
      <vt:lpstr>Felhasznált modulok és keretrendszerek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Bid and Lock bemutató</dc:title>
  <dc:creator>Rabóczki Gergő 422</dc:creator>
  <cp:lastModifiedBy>Rabóczki Gergő 422</cp:lastModifiedBy>
  <cp:revision>5</cp:revision>
  <dcterms:created xsi:type="dcterms:W3CDTF">2026-04-17T06:18:46Z</dcterms:created>
  <dcterms:modified xsi:type="dcterms:W3CDTF">2026-04-17T07:23:56Z</dcterms:modified>
</cp:coreProperties>
</file>